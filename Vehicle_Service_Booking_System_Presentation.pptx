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" cy="466344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601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DATABASE SYSTEMS ENGINEERING &amp; DISTRIBUTED BACKEND DEVELOPMENT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Vehicle Service Booking &amp; Tracking System</a:t>
            </a:r>
          </a:p>
          <a:p>
            <a:pPr>
              <a:spcAft>
                <a:spcPts val="4000"/>
              </a:spcAft>
              <a:defRPr sz="1400">
                <a:solidFill>
                  <a:srgbClr val="CBD5E1"/>
                </a:solidFill>
              </a:defRPr>
            </a:pPr>
            <a:r>
              <a:t>Course Code: 25CS1302E  |  DBMS Project Presentation</a:t>
            </a:r>
          </a:p>
          <a:p>
            <a:pPr>
              <a:defRPr sz="1300" b="1">
                <a:solidFill>
                  <a:srgbClr val="1D4ED8"/>
                </a:solidFill>
              </a:defRPr>
            </a:pPr>
            <a:r>
              <a:t>PROJECT TEAM MEMBERS:</a:t>
            </a:r>
          </a:p>
          <a:p>
            <a:pPr>
              <a:lnSpc>
                <a:spcPct val="130000"/>
              </a:lnSpc>
              <a:defRPr sz="1400">
                <a:solidFill>
                  <a:srgbClr val="FFFFFF"/>
                </a:solidFill>
              </a:defRPr>
            </a:pPr>
            <a:r>
              <a:t>• G Jashwanth Reddy (ID: 2520030426)</a:t>
            </a:r>
            <a:br/>
            <a:r>
              <a:t>• Mohammad Zaid Amaan (ID: 2520030382)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DATABASE SYSTEMS ENGINEERING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1. Project 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Background &amp; Motivation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Modern vehicle service centers require efficient management of customers, vehicle profiles, and service appointments.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Manual registers and fragmented spreadsheets cause data redundancy, lost records, and untracked service histories.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A centralized relational database system enables seamless record-keeping and real-time service tracking.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Brings customer registration, vehicle management, and booking status management into a unified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Key System Objectives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Structured Storage: Store customer records, vehicle profiles, and bookings in a relational MySQL database.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Data Integrity: Enforce primary keys, foreign keys, unique constraints, and cascade delete rules.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Validation Rules: Prevent invalid and test data entries through strict frontend &amp; backend validation.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Real-Time Tracking: Track service status transitions (Pending → In Service → Completed / Cancelled).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Responsive Dashboard: Provide a commercial automotive web interface for customers and service staff.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DATABASE SYSTEMS ENGINEERING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2. Project Abstract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200"/>
              </a:spcAft>
              <a:defRPr sz="1800" b="1">
                <a:solidFill>
                  <a:srgbClr val="1D4ED8"/>
                </a:solidFill>
              </a:defRPr>
            </a:pPr>
            <a:r>
              <a:t>Executive Summary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Vehicle servicing is traditionally managed using manual records, making it difficult to keep track of customers, vehicles, service appointments, technicians, spare parts, and billing. Our project implements a robust Vehicle Service Booking &amp; Tracking System powered by a Node.js/Express REST API backend and a MySQL relational database with a modern React.js web frontend.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DBMS Engineering Core Concepts Demonstrated: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Primary &amp; Foreign Key Relationships: Referential integrity between customers, vehicles, and service bookings.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Relational Normalization (3NF): Eliminating data redundancy across customer profiles and vehicle records.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Data Validation &amp; Constraints: Strict regex rules, unique constraints, and digit frequency validation.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SQL Queries &amp; Aggregations: Dynamic REST endpoints fetching active bookings, vehicle details, and completion metrics.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✔  Full-Stack Integration: Synchronous database pool connections using mysql2/promise in Express.js.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DATABASE SYSTEMS ENGINEERING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✖  Manual Record Inefficiencies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Manual paper registers lead to duplicate customer entries, missing vehicle details, and misplaced service logs.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✖  Slow Information Retrieval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Locating previous service records or owner contact details for a specific vehicle requires time-consuming manual searches.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39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✖  Status Tracking Challenges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Customers and service advisors lack real-time visibility into whether a vehicle is Pending, In Service, or Completed.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59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✖  Data Quality &amp; Dummy Entries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Without validation rules, invalid phone numbers (e.g. 9999912345 or letters) clutter the database with unreliable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79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✖  Lack of Unified Database Structure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Vehicle service data, customer info, and booking statuses remain disconnected without relational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DATABASE SYSTEMS ENGINEERING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4. System Architecture &amp;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1D4ED8"/>
                </a:solidFill>
              </a:defRPr>
            </a:pPr>
            <a:r>
              <a:t>1. Customer Management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Customer registration with 10-digit mobile validation, email format verification, and address storage.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1D4ED8"/>
                </a:solidFill>
              </a:defRPr>
            </a:pPr>
            <a:r>
              <a:t>2. Vehicle Management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Link registered vehicles to owners. Tracks registration number, brand, model, fuel type, and year.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1D4ED8"/>
                </a:solidFill>
              </a:defRPr>
            </a:pPr>
            <a:r>
              <a:t>3. Service Catalog &amp; Booking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Select service packages (Periodic Maintenance, Oil Change, Brake Service) with preferred time slots.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1D4ED8"/>
                </a:solidFill>
              </a:defRPr>
            </a:pPr>
            <a:r>
              <a:t>4. Live Status Updates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Real-time service status transitions: PENDING → IN SERVICE → COMPLETED / CANCELLED.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1D4ED8"/>
                </a:solidFill>
              </a:defRPr>
            </a:pPr>
            <a:r>
              <a:t>5. Admin Directory &amp; Console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Centralized directory for service staff to view, filter, search, and manage all database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1D4ED8"/>
                </a:solidFill>
              </a:defRPr>
            </a:pPr>
            <a:r>
              <a:t>6. Metrics &amp; Service History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Database aggregation of total bookings, completed services, active vehicles, and customer fleet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DATABASE SYSTEMS ENGINEERING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5. Hardware &amp; Software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600"/>
              </a:spcAft>
              <a:defRPr sz="1600" b="1">
                <a:solidFill>
                  <a:srgbClr val="1D4ED8"/>
                </a:solidFill>
              </a:defRPr>
            </a:pPr>
            <a:r>
              <a:t>Frontend Technologies</a:t>
            </a:r>
          </a:p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</a:defRPr>
            </a:pPr>
            <a:r>
              <a:t>⚡  React.js &amp; Vite</a:t>
            </a:r>
          </a:p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</a:defRPr>
            </a:pPr>
            <a:r>
              <a:t>⚡  HTML5 &amp; CSS3 Styling</a:t>
            </a:r>
          </a:p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</a:defRPr>
            </a:pPr>
            <a:r>
              <a:t>⚡  Lucide React Icons</a:t>
            </a:r>
          </a:p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</a:defRPr>
            </a:pPr>
            <a:r>
              <a:t>⚡  Axios REST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Backend Architecture</a:t>
            </a:r>
          </a:p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</a:defRPr>
            </a:pPr>
            <a:r>
              <a:t>⚡  Node.js Runtime</a:t>
            </a:r>
          </a:p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</a:defRPr>
            </a:pPr>
            <a:r>
              <a:t>⚡  Express.js Web Server</a:t>
            </a:r>
          </a:p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</a:defRPr>
            </a:pPr>
            <a:r>
              <a:t>⚡  RESTful API Endpoints</a:t>
            </a:r>
          </a:p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</a:defRPr>
            </a:pPr>
            <a:r>
              <a:t>⚡  CORS &amp; Body Parser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600"/>
              </a:spcAft>
              <a:defRPr sz="1600" b="1">
                <a:solidFill>
                  <a:srgbClr val="059669"/>
                </a:solidFill>
              </a:defRPr>
            </a:pPr>
            <a:r>
              <a:t>Database Layer</a:t>
            </a:r>
          </a:p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</a:defRPr>
            </a:pPr>
            <a:r>
              <a:t>⚡  MySQL Server 8.0+</a:t>
            </a:r>
          </a:p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</a:defRPr>
            </a:pPr>
            <a:r>
              <a:t>⚡  MySQL Workbench</a:t>
            </a:r>
          </a:p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</a:defRPr>
            </a:pPr>
            <a:r>
              <a:t>⚡  mysql2/promise Pool</a:t>
            </a:r>
          </a:p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</a:defRPr>
            </a:pPr>
            <a:r>
              <a:t>⚡  Relational Schema 3NF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DATABASE SYSTEMS ENGINEERING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6. Database Schema &amp; Relationships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500" b="1">
                <a:solidFill>
                  <a:srgbClr val="1D4ED8"/>
                </a:solidFill>
              </a:defRPr>
            </a:pPr>
            <a:r>
              <a:t>CUSTOMERS TABLE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id (INT, PK, AUTO_INC)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name (VARCHAR)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email (VARCHAR)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phone (VARCHAR, UNIQUE)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address (TEXT)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created_at (TIMESTAMP)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500" b="1">
                <a:solidFill>
                  <a:srgbClr val="1D4ED8"/>
                </a:solidFill>
              </a:defRPr>
            </a:pPr>
            <a:r>
              <a:t>VEHICLES TABLE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id (INT, PK, AUTO_INC)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customer_id (FK -&gt; customers.id)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vehicle_number (VARCHAR, UNIQUE)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brand (VARCHAR)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model (VARCHAR)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fuel_type (ENUM)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500" b="1">
                <a:solidFill>
                  <a:srgbClr val="1D4ED8"/>
                </a:solidFill>
              </a:defRPr>
            </a:pPr>
            <a:r>
              <a:t>SERVICE_BOOKINGS TABLE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id (INT, PK, AUTO_INC)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vehicle_id (FK -&gt; vehicles.id)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service_type (VARCHAR)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booking_date (DATE)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preferred_slot (VARCHAR)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🔹 status (ENUM)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DATABASE SYSTEMS ENGINEERING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7. Advanced Project Validation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Strict Phone Validation Rules (Dual-Layer: React + Express)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🛡️  Rule 1: Exactly 10 numeric digits required (no letters, spaces, or special characters).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🛡️  Rule 2: First digit must be 6, 7, 8, or 9 (rejects numbers starting with 0-5).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🛡️  Rule 3: Project-Level Rule: No single digit can occur more than 4 times in the 10-digit number.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🛡️  Prevents unrealistic/test phone numbers (e.g. 9999912345 or 6666666666 are rejected with error: 'Phone number cannot contain the same digit more than 4 times').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🛡️  Dual Enforcement: Backend Express API rejects invalid numbers even if frontend validation is bypassed.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sz="1000" b="1">
                <a:solidFill>
                  <a:srgbClr val="93C5FD"/>
                </a:solidFill>
              </a:defRPr>
            </a:pPr>
            <a:r>
              <a:t>DATABASE SYSTEMS ENGINEERING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8. Conclusion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59669"/>
                </a:solidFill>
              </a:defRPr>
            </a:pPr>
            <a:r>
              <a:t>Project Conclusion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✔  Provides an organized, database-backed solution to manage vehicle servicing.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✔  Eliminates reliance on manual paper records and reduces administrative errors.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✔  Centralizes customer profiles, vehicle fleets, and booking statuses in MySQL.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✔  Demonstrates practical implementation of database systems engineering concepts.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1D4ED8"/>
                </a:solidFill>
              </a:defRPr>
            </a:pPr>
            <a:r>
              <a:t>Future Scope &amp; Enhancements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🚀  Automated Notifications: SMS/WhatsApp status alerts for vehicle service completion.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🚀  Online Payment Gateway: Integrated invoice generation and digital payment processing.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🚀  Spare Parts Inventory Module: Stock level tracking and automatic reorder triggers.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🚀  Technician Job Card Allocation: Assign specific mechanics to service bookings.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000">
                <a:solidFill>
                  <a:srgbClr val="93C5FD"/>
                </a:solidFill>
              </a:defRPr>
            </a:pPr>
            <a:r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